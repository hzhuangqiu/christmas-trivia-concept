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0f95dc8fc841e5" /><Relationship Type="http://schemas.openxmlformats.org/officeDocument/2006/relationships/extended-properties" Target="/docProps/app.xml" Id="Rbdd8f45cc3cd40da" /><Relationship Type="http://schemas.openxmlformats.org/officeDocument/2006/relationships/officeDocument" Target="/ppt/presentation.xml" Id="R1b9e0ae2740049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39878c4ddf4584"/>
  </p:sldMasterIdLst>
  <p:notesMasterIdLst>
    <p:notesMasterId xmlns:r="http://schemas.openxmlformats.org/officeDocument/2006/relationships" r:id="R39aad1f62b2a4e85"/>
  </p:notesMasterIdLst>
  <p:sldIdLst>
    <p:sldId xmlns:r="http://schemas.openxmlformats.org/officeDocument/2006/relationships" id="256" r:id="Rfc492835aeb74537"/>
    <p:sldId xmlns:r="http://schemas.openxmlformats.org/officeDocument/2006/relationships" id="257" r:id="R53b06233169247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738f32a5a34d08" /><Relationship Type="http://schemas.openxmlformats.org/officeDocument/2006/relationships/slideMaster" Target="/ppt/slideMasters/slideMaster1.xml" Id="R9139878c4ddf4584" /><Relationship Type="http://schemas.openxmlformats.org/officeDocument/2006/relationships/notesMaster" Target="/ppt/notesMasters/notesMaster1.xml" Id="R39aad1f62b2a4e85" /><Relationship Type="http://schemas.openxmlformats.org/officeDocument/2006/relationships/presProps" Target="/ppt/presProps.xml" Id="R0cf5077c2fab40a1" /><Relationship Type="http://schemas.openxmlformats.org/officeDocument/2006/relationships/tableStyles" Target="/ppt/tableStyles.xml" Id="Ra5eb18b01aaf4bb0" /><Relationship Type="http://schemas.openxmlformats.org/officeDocument/2006/relationships/slide" Target="/ppt/slides/slide1.xml" Id="Rfc492835aeb74537" /><Relationship Type="http://schemas.openxmlformats.org/officeDocument/2006/relationships/slide" Target="/ppt/slides/slide2.xml" Id="R53b06233169247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511fdfbdad45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dd795d47e84a70" /><Relationship Type="http://schemas.openxmlformats.org/officeDocument/2006/relationships/notesMaster" Target="/ppt/notesMasters/notesMaster1.xml" Id="Rc19eb8cbcc434f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11a931866b4b7d" /><Relationship Type="http://schemas.openxmlformats.org/officeDocument/2006/relationships/notesMaster" Target="/ppt/notesMasters/notesMaster1.xml" Id="Rf0a83fe7e20744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 factual source: https://www.20thcenturystudios.com/movies/home-alone . Film: Home Alone (1990). This is a new concept preview, not past client work. Native editable text; no film stills used. Presenter advances from question to answer. Full commissioned deck will contain exactly 36 questions in six difficulty tiers.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 factual source: https://www.20thcenturystudios.com/movies/home-alone . Film: Home Alone (1990). This is a new concept preview, not past client work. Native editable text; no film stills used. Presenter advances from question to answer. Full commissioned deck will contain exactly 36 questions in six difficulty tiers.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24c1e65d6a44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2a51e8d79443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b28718912a403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bd227cdff74e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8b77d21b7546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94230507c14a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53DA57-A9ED-4194-A073-4CDA992142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004A80E-1D4C-4E9E-A455-38A3AE6A6E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AC77CC3-6F2E-4D42-8DD7-0499472850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61AD54-33BF-4AED-AA0D-5430354F71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E5C08DD-7A02-4B94-BC70-33E59D85E4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531E89D-CA4E-45D9-8B26-BD3CD734BD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DECEF3-A96E-4DC6-9242-06A1EE1C08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F809E3F-2D60-4069-B85E-D857852C899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87DDBA-F512-4E55-B089-703A1492E6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471E4A-4C72-4194-B4A7-86B3F900DD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eff24698ea4fab" /><Relationship Type="http://schemas.openxmlformats.org/officeDocument/2006/relationships/slideLayout" Target="/ppt/slideLayouts/slideLayout1.xml" Id="R331af6c092814f02" /><Relationship Type="http://schemas.openxmlformats.org/officeDocument/2006/relationships/slideLayout" Target="/ppt/slideLayouts/slideLayout2.xml" Id="R53da0264c19c4066" /><Relationship Type="http://schemas.openxmlformats.org/officeDocument/2006/relationships/slideLayout" Target="/ppt/slideLayouts/slideLayout3.xml" Id="R9502eee5a7cf41aa" /><Relationship Type="http://schemas.openxmlformats.org/officeDocument/2006/relationships/slideLayout" Target="/ppt/slideLayouts/slideLayout4.xml" Id="Rfba247a841134963" /><Relationship Type="http://schemas.openxmlformats.org/officeDocument/2006/relationships/slideLayout" Target="/ppt/slideLayouts/slideLayout5.xml" Id="Re8a04bfbba564331" /><Relationship Type="http://schemas.openxmlformats.org/officeDocument/2006/relationships/slideLayout" Target="/ppt/slideLayouts/slideLayout6.xml" Id="R1826a0e4bc3d4f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1af6c092814f02"/>
    <p:sldLayoutId xmlns:r="http://schemas.openxmlformats.org/officeDocument/2006/relationships" id="2147483650" r:id="R53da0264c19c4066"/>
    <p:sldLayoutId xmlns:r="http://schemas.openxmlformats.org/officeDocument/2006/relationships" id="2147483651" r:id="R9502eee5a7cf41aa"/>
    <p:sldLayoutId xmlns:r="http://schemas.openxmlformats.org/officeDocument/2006/relationships" id="2147483652" r:id="Rfba247a841134963"/>
    <p:sldLayoutId xmlns:r="http://schemas.openxmlformats.org/officeDocument/2006/relationships" id="2147483653" r:id="Re8a04bfbba564331"/>
    <p:sldLayoutId xmlns:r="http://schemas.openxmlformats.org/officeDocument/2006/relationships" id="2147483654" r:id="R1826a0e4bc3d4f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bf2b762eee4142" /><Relationship Type="http://schemas.openxmlformats.org/officeDocument/2006/relationships/notesSlide" Target="/ppt/notesSlides/notesSlide1.xml" Id="Rc31deef85c8c42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c79839acae44b0" /><Relationship Type="http://schemas.openxmlformats.org/officeDocument/2006/relationships/notesSlide" Target="/ppt/notesSlides/notesSlide2.xml" Id="R817cc8830e464c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631E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8749C17-3648-4228-A81C-CD7D0F65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34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51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BF130-241A-4DD6-A895-E1C3392A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467AD-7EA3-4710-92CC-BCB67F04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C1871-1007-49D8-9D16-8500A9FF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AD1AD-39B5-4C49-955D-1E95EA20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74C57-0F2D-41F7-95DC-94C74A95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77CE9-28E2-4F89-B375-A690D184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5CD74-F772-45F5-B4DC-190BBA8B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B6FDB-019D-4D94-A356-D1860537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7BF20-9F5D-4DC4-B3BA-27B860E6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C91B3-BFBD-42C5-BCC5-D5C3982C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4441ED-92B9-45A0-AA38-0E7440FC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39F54-FF15-452B-A017-797481E8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068DC-79A8-4E35-8FAD-5A5041C0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66BA64-7B92-467D-B4D0-A5634C34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84911-9E6B-450C-9784-13170899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6B60D5-DBB2-445D-B89C-A9FEB310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266BCB-1895-4793-A6E8-94D67C99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14B64C-1A75-48B9-8A91-F356F76F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A30F51-B373-412A-B323-90ED76CE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C17DA8-1F2A-4ABC-A6CB-1A3F0516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B99A7C-BFC2-4123-8552-721E3FDD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2A6B98-FFB7-45D0-848F-14525110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903683-846F-4EDD-8EE3-1821077B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3DA74B-27A2-4860-AFE8-17069A85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0244E6-8C04-49BB-B60D-FEE8D2C0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3B6074-46A9-466B-B216-654D889A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28C4C1-D815-4C52-8EC6-C7A8FB30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40757E-1507-4BD2-9730-33DBB0DC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026F6D-6E53-41E1-BABF-78B43025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BEF5FC-F0C4-4116-AAB9-BB4FE4DE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E933C5-E19B-4DAB-A77F-9F9E9E58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1A1706-A184-427F-A305-DF44B02C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7F569D-8061-4CB8-8058-7348D26A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19F6B0-7BAA-4CA7-8D3D-5382EF9F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F6F89C-B82C-4192-88CA-4C98EFB3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424903-5482-433A-AE9A-6265FE6E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EBA8D5-A17A-4522-BDD6-5899DCE7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EDEA20-EC62-492B-8D14-D3B45EA0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C65870-A4E1-41F3-BC4A-818F6959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27FAAD-B7BC-4575-A763-C63A835F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E0E395-7E0C-4D73-9B42-88D9104C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6522E3-0C84-420E-9784-67390179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AEEBFC-6A06-4569-AB65-11342FBE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50A13E-5018-4C14-8E63-451CE446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BBC2AB-23F1-4507-B41C-9A2DA2A0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63C948-4ECA-4B82-9D8C-17B15FAA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E4176F3-E661-4C5E-BD80-D500C6C6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A84F12D-CEE3-4A13-99D0-F07E7690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656361B-A04C-4B01-B9BB-1E1B7688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99F889-4E6E-4B8D-8A8F-D0F64023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9FFF100-37FF-4E5F-ADD0-F356A626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91E46DD-6E58-4DC4-9040-0CA675E3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A10B448-FD02-4E06-8E14-E1CF60B3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8C2845-25C9-4650-8A81-A8987756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8182BB6-5239-4EC0-ABAE-6085B5E4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97BF48B-D9AF-4A06-9E98-D2A9C1AC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C8EB394-04E1-427A-B6D5-622146D3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4C3429B-E195-4006-B35C-CD9A6C2E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8281BA6-BBE9-4E32-9793-7C37B62F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0A0FCCE-86E8-4DDD-AD6D-C85A580C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9530D6C-1A39-447E-B26E-4E24B88B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047750"/>
            <a:ext cx="28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A60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4FA1DAF-EC8E-48D2-A84B-DE585BFA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047750"/>
            <a:ext cx="285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A60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07C704E-A563-4C5D-B8C7-09D55633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1047750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A60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E54538F-367A-4778-9DF5-5FB64518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409700"/>
            <a:ext cx="333375" cy="333375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D6AA60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E671D3D-2A21-4A36-A769-2BF4FC6A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724025"/>
            <a:ext cx="409575" cy="409575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D6AA60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CE1B866-E079-4DF2-9E4E-35AC2561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1343025"/>
            <a:ext cx="323850" cy="323850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D6AA60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E61A08E-8865-4A54-AD54-AF21BBD4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02870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A60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E9E5A49-A952-49D3-A92A-7D149067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943350"/>
            <a:ext cx="1238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744B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660810B-C35A-4E34-BCB3-9B9EC9EC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705100"/>
            <a:ext cx="1304925" cy="11049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2715A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8688DD0-4EC3-4129-9AC1-8B336931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257550"/>
            <a:ext cx="1628775" cy="11239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2715A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758FE00-C08D-4651-859B-C3A53A59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762375"/>
            <a:ext cx="1962150" cy="11811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2715A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486A244-83F6-4886-BD7D-1F00C857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505075"/>
            <a:ext cx="400050" cy="400050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D6AA60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B933D6C-5196-4F91-93C5-690C8D65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A60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FBADABA-083B-4DE1-A574-27C99DD3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752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A60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48C7255-0A5B-4D14-97E2-EB002DF2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38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A60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D734324-C19D-45A4-9D9D-ED4D3C29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514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A60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DED8C2C-DBC4-41A7-9F7A-F1D4FD6F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686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A60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EDC97E4-0651-480E-957A-22BEAAB3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5EBD8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5EBD8"/>
                </a:solidFill>
              </a:defRPr>
            </a:pPr>
            <a:r>
              <a:rPr sz="1800" b="0">
                <a:solidFill>
                  <a:srgbClr val="F5EBD8"/>
                </a:solidFill>
              </a:rPr>
              <a:t>CHRISTMAS AT THE MOVIES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CEC4535-F3AF-49CE-B062-33D9F9A8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E8C48A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8C48A"/>
                </a:solidFill>
              </a:defRPr>
            </a:pPr>
            <a:r>
              <a:rPr sz="1725" b="1">
                <a:solidFill>
                  <a:srgbClr val="E8C48A"/>
                </a:solidFill>
              </a:rPr>
              <a:t>ROUND 1  /  EASY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A1EAA8D-E251-4D95-B4D3-33F62B5A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0">
                <a:solidFill>
                  <a:srgbClr val="F5EBD8"/>
                </a:solidFill>
              </a:defRPr>
            </a:defPPr>
          </a:lstStyle>
          <a:p xmlns:a="http://schemas.openxmlformats.org/drawingml/2006/main">
            <a:pPr>
              <a:defRPr sz="4500" b="0">
                <a:solidFill>
                  <a:srgbClr val="F5EBD8"/>
                </a:solidFill>
              </a:defRPr>
            </a:pPr>
            <a:r>
              <a:rPr sz="4500" b="0">
                <a:solidFill>
                  <a:srgbClr val="F5EBD8"/>
                </a:solidFill>
              </a:rPr>
              <a:t>Where are the McCallisters</a:t>
            </a:r>
          </a:p>
          <a:p xmlns:a="http://schemas.openxmlformats.org/drawingml/2006/main">
            <a:pPr>
              <a:defRPr sz="4500" b="0">
                <a:solidFill>
                  <a:srgbClr val="F5EBD8"/>
                </a:solidFill>
              </a:defRPr>
            </a:pPr>
            <a:r>
              <a:rPr sz="4500" b="0">
                <a:solidFill>
                  <a:srgbClr val="F5EBD8"/>
                </a:solidFill>
              </a:rPr>
              <a:t>flying for Christmas</a:t>
            </a:r>
          </a:p>
          <a:p xmlns:a="http://schemas.openxmlformats.org/drawingml/2006/main">
            <a:pPr>
              <a:defRPr sz="4500" b="0">
                <a:solidFill>
                  <a:srgbClr val="F5EBD8"/>
                </a:solidFill>
              </a:defRPr>
            </a:pPr>
            <a:r>
              <a:rPr sz="4500" b="0">
                <a:solidFill>
                  <a:srgbClr val="F5EBD8"/>
                </a:solidFill>
              </a:rPr>
              <a:t>in Home Alone?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CFBC807-95CE-4234-8F8E-8FD7D66E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5EBD8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5EBD8"/>
                </a:solidFill>
              </a:defRPr>
            </a:pPr>
            <a:r>
              <a:rPr sz="1875" b="0">
                <a:solidFill>
                  <a:srgbClr val="F5EBD8"/>
                </a:solidFill>
              </a:rPr>
              <a:t>One point for the correct city.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DDC0B1F-82A2-45E7-885E-D7B60076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E8C48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E8C48A"/>
                </a:solidFill>
              </a:defRPr>
            </a:pPr>
            <a:r>
              <a:rPr sz="1275" b="0">
                <a:solidFill>
                  <a:srgbClr val="E8C48A"/>
                </a:solidFill>
              </a:rPr>
              <a:t>NEW CONCEPT PREVIEW • Created for this brief • AI-assisted</a:t>
            </a:r>
          </a:p>
        </p:txBody>
      </p:sp>
    </p:spTree>
    <p:extLst>
      <p:ext uri="{BB962C8B-B14F-4D97-AF65-F5344CB8AC3E}">
        <p14:creationId xmlns:p14="http://schemas.microsoft.com/office/powerpoint/2010/main" val="1252262398"/>
      </p:ext>
    </p:extLst>
  </p:cSld>
  <p:transition spd="slow" advClick="1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EB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3F15E00-E13E-4363-BF59-50609C64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34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1E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ECC42-0890-41EE-8852-9A538854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15B36-4F22-4577-89CA-265DF1F3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0F367-8491-4502-B106-185BFC9B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1DBE9-467E-4F83-B693-1B145BEF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1520C-BFE4-4332-8413-4B606272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EFB4B-9AE2-4D1F-A444-3F57F95E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F02D2-6B29-4A4E-B698-32FD6519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95059-7E08-4423-9C54-FA01F173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B6F0D-2362-4471-91BC-9ACD282A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DD4B4-4EC8-4A24-8D44-26AAC72F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412FB4-8950-40C5-80AE-4D1DC174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0016AA-A221-47EA-984F-6F790BA4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79059-F45C-4D15-A9DB-EED34AEB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D6F50C-5F7F-4B20-8FEE-F3A0A402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B9B364-C202-4D3A-98B3-2FDAC598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994DC4-2AA2-4828-A559-03E7BD9D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26C749-F2EF-4D77-9D1F-D8EE25EB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83C765-C0C8-4CE0-BF73-C55608B1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9C5B80-800B-4DEF-A10B-406A8628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548D87-B48D-4801-AC0D-0EF6A5D6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589CB0-1E16-4665-8C2D-372342A2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08B00-3820-45E2-AFCD-F01060E8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A25F52-122E-42DD-9C85-5BF5B8FC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F5854A-DC53-44D5-852E-BE749A45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EF3134-0C57-4342-B9B9-91C96F7B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239807-186E-4DBD-9AF9-4759EC98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F667D1-6401-4826-894A-03EE5151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5B4E51-97E8-4953-8194-6B0C319C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D783CC-F524-4ADB-97EE-2B9BF3B0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62E8CD-B11C-4F90-B6E1-A57F81F4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BD30A6-00A5-4C64-A787-56990C0E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3E7DE0-F9F5-4B9F-8E76-B0D44AA5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9087B2-09FA-4A9C-A622-04309536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DEE687-4840-4036-BD01-23066301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BE580F-4733-45E9-BE05-C5BCC424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FC7FAF-71D3-4D47-97DF-9E738113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382DD0-CA6E-4E16-B458-EE9AE8EE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01B396-5E66-4BE4-95CB-7C688300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11BBBE-93FE-428E-AE2E-C14A6990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188166-4AD8-40C7-8CDD-160C1E2A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C898FD-95C6-4E60-8696-FC320EAF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83CF5B-DEAE-4509-AA84-7FE5CFB4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80FBF9-E069-4F78-A287-178DD841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EF3E49-CA8A-4CD6-961E-6205E74A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2960DF-EBE0-4A6E-A46E-E5B926EA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7376138-D75C-43D7-B115-DA14ED46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13AB30-8E3C-48C0-AB25-957AC7D7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F79594-3EC6-4B83-83C3-C1D7D556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57D99F3-19FB-4EAA-A9C4-AB51E57E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806C77-B4ED-410F-B955-29EB8276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4F5B05D-D512-44AE-9744-04E56283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8D05673-EEA9-4EC8-B223-D659A21F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DBBE076-1848-4921-8C64-536B2FCC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BB5C6EB-C2B5-4358-8A55-BAC5E5F8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8B409C8-E59D-46B9-A08C-02865AC4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2F5F24-71B5-4B59-AC67-211459E0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148B9D-648E-4093-8F58-3224EE1A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9FD956F-D749-4187-8174-C13C7E3D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9D42ABD-F411-4A25-B6B6-5F5A64DA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5791200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1C0E66D-4734-4C94-81AF-04C5A994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5981700"/>
            <a:ext cx="219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48A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154C3B8-8E61-4D42-9F4B-769DA590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047750"/>
            <a:ext cx="28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A60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E7E3EBD-FE78-471A-945E-CDB818AB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047750"/>
            <a:ext cx="285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A60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881472D-6AFF-4562-8DAE-740F77BB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1047750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A60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0074EE0-A2AD-4DA5-9C22-FAA978C5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409700"/>
            <a:ext cx="333375" cy="333375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D6AA60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8D8370C-5718-4F1F-8D51-D0529D36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724025"/>
            <a:ext cx="409575" cy="409575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D6AA60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DF88B8E-FDCF-4DB7-BB6C-48D8BB23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1343025"/>
            <a:ext cx="323850" cy="323850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D6AA60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82770FD-0F6C-4330-88EA-494D6870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02870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A60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7AF748B-D22F-4D1D-9642-E3707661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943350"/>
            <a:ext cx="1238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744B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20821E9-63C2-458A-86BE-2270DCEC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705100"/>
            <a:ext cx="1304925" cy="11049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5647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C79E501-BB0E-4539-8E88-233A7FC2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257550"/>
            <a:ext cx="1628775" cy="11239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5647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19D440C-0739-44A7-A90D-E7FE85A9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762375"/>
            <a:ext cx="1962150" cy="11811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5647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3A7D889-27A6-44E5-B806-00D7632E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505075"/>
            <a:ext cx="400050" cy="400050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D6AA60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9C3E131-A513-4C1A-962B-75C3E5D1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A60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6581140-0A5E-4B54-8BAE-5523B33F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752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A60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04F7890-3DEA-40CA-AF76-F69A3666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38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A60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F2A67DA-F117-4733-A890-9A911666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514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A60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BFF181A-E262-4259-9050-6BAB19F2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686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A60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41C43B7-BDEA-4834-B2D0-C4DADF66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1E2C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1E2C"/>
                </a:solidFill>
              </a:defRPr>
            </a:pPr>
            <a:r>
              <a:rPr sz="1800" b="0">
                <a:solidFill>
                  <a:srgbClr val="631E2C"/>
                </a:solidFill>
              </a:rPr>
              <a:t>CHRISTMAS AT THE MOVIES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39C50E3-FBCC-4D4A-BE3B-7C8478C3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6B594A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6B594A"/>
                </a:solidFill>
              </a:defRPr>
            </a:pPr>
            <a:r>
              <a:rPr sz="1725" b="1">
                <a:solidFill>
                  <a:srgbClr val="6B594A"/>
                </a:solidFill>
              </a:rPr>
              <a:t>THE REVEAL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5B21D33-8C79-448B-8793-80C798F5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450" b="0">
                <a:solidFill>
                  <a:srgbClr val="631E2C"/>
                </a:solidFill>
              </a:defRPr>
            </a:defPPr>
          </a:lstStyle>
          <a:p xmlns:a="http://schemas.openxmlformats.org/drawingml/2006/main">
            <a:pPr>
              <a:defRPr sz="6450" b="0">
                <a:solidFill>
                  <a:srgbClr val="631E2C"/>
                </a:solidFill>
              </a:defRPr>
            </a:pPr>
            <a:r>
              <a:rPr sz="6450" b="0">
                <a:solidFill>
                  <a:srgbClr val="631E2C"/>
                </a:solidFill>
              </a:rPr>
              <a:t>Paris, France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4B09085-AA4E-4DCC-A88E-ADB4DD5F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31E2C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31E2C"/>
                </a:solidFill>
              </a:defRPr>
            </a:pPr>
            <a:r>
              <a:rPr sz="1875" b="0">
                <a:solidFill>
                  <a:srgbClr val="631E2C"/>
                </a:solidFill>
              </a:rPr>
              <a:t>A holiday in Paris. One very important person left at home.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95BA8C8-0A5A-40B0-90CC-F9819B5F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B594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594A"/>
                </a:solidFill>
              </a:defRPr>
            </a:pPr>
            <a:r>
              <a:rPr sz="1275" b="0">
                <a:solidFill>
                  <a:srgbClr val="6B594A"/>
                </a:solidFill>
              </a:rPr>
              <a:t>NEW CONCEPT PREVIEW • Created for this brief • AI-assisted</a:t>
            </a:r>
          </a:p>
        </p:txBody>
      </p:sp>
    </p:spTree>
    <p:extLst>
      <p:ext uri="{BB962C8B-B14F-4D97-AF65-F5344CB8AC3E}">
        <p14:creationId xmlns:p14="http://schemas.microsoft.com/office/powerpoint/2010/main" val="296902950"/>
      </p:ext>
    </p:extLst>
  </p:cSld>
  <p:transition spd="slow" advClick="1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2026-10-13T04:20:48.3160000Z</dcterms:created>
  <dcterms:modified xsi:type="dcterms:W3CDTF">2026-10-13T04:20:48.3160000Z</dcterms:modified>
</coreProperties>
</file>